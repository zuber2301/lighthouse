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yourself and set expectations for the 20-30 minute demo/presentation.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through the agenda briefly to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core problem the product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Tailor examples to the customer's 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capabilities most relevant to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real-world examples during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finance controls if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examples of KPIs to track during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short demo flow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minimal admin effort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realistic expectations for a pilot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personas to the stakeholders in the customer's 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channels and SLAs for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ready to discuss pricing range and pilot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short, concrete case study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 clear ask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appendix slides for Q&amp;A or demo stage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Name — Unified Recognition &amp; Engagement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Customer-facing product overview and user workflows</a:t>
            </a:r>
          </a:p>
          <a:p>
            <a:r>
              <a:t>Presenter: [Your Name] — Date: [Presentation Date]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Product overview and value proposition</a:t>
            </a:r>
          </a:p>
          <a:p>
            <a:pPr>
              <a:defRPr sz="1200"/>
            </a:pPr>
            <a:r>
              <a:t>Features and differentiators</a:t>
            </a:r>
          </a:p>
          <a:p>
            <a:pPr>
              <a:defRPr sz="1200"/>
            </a:pPr>
            <a:r>
              <a:t>Workflows: how customers use the product</a:t>
            </a:r>
          </a:p>
          <a:p>
            <a:pPr>
              <a:defRPr sz="1200"/>
            </a:pPr>
            <a:r>
              <a:t>Personas and benefits</a:t>
            </a:r>
          </a:p>
          <a:p>
            <a:pPr>
              <a:defRPr sz="1200"/>
            </a:pPr>
            <a:r>
              <a:t>Getting Started and support</a:t>
            </a:r>
          </a:p>
          <a:p>
            <a:pPr>
              <a:defRPr sz="1200"/>
            </a:pPr>
            <a:r>
              <a:t>Commercial terms and next steps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Centralized SaaS platform for employee recognition, rewards, and multi-tenant management</a:t>
            </a:r>
          </a:p>
          <a:p>
            <a:pPr>
              <a:defRPr sz="1200"/>
            </a:pPr>
            <a:r>
              <a:t>Purpose: increase engagement, simplify reward operations, provide measurable insights</a:t>
            </a:r>
          </a:p>
          <a:p>
            <a:pPr>
              <a:defRPr sz="1200"/>
            </a:pPr>
            <a:r>
              <a:t>Key outcomes: adoption, analytics, reduced admin effort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  <p:pic>
        <p:nvPicPr>
          <p:cNvPr id="5" name="Picture 4" descr="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HR &amp; People Ops: centralized controls and audit-ready reporting</a:t>
            </a:r>
          </a:p>
          <a:p>
            <a:pPr>
              <a:defRPr sz="1200"/>
            </a:pPr>
            <a:r>
              <a:t>Managers: fast recognition flows and team engagement visibility</a:t>
            </a:r>
          </a:p>
          <a:p>
            <a:pPr>
              <a:defRPr sz="1200"/>
            </a:pPr>
            <a:r>
              <a:t>Finance &amp; Execs: business metrics (MRR impact, adoption) for decision-making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Recognition engine: badges, approvals, configurable flows</a:t>
            </a:r>
          </a:p>
          <a:p>
            <a:pPr>
              <a:defRPr sz="1200"/>
            </a:pPr>
            <a:r>
              <a:t>Rewards &amp; redemption: catalogs, budget controls, payout reporting</a:t>
            </a:r>
          </a:p>
          <a:p>
            <a:pPr>
              <a:defRPr sz="1200"/>
            </a:pPr>
            <a:r>
              <a:t>Analytics: aggregated MRR, active users, top tenants, trends</a:t>
            </a:r>
          </a:p>
          <a:p>
            <a:pPr>
              <a:defRPr sz="1200"/>
            </a:pPr>
            <a:r>
              <a:t>Tenant management: RBAC and lifecycle tools</a:t>
            </a:r>
          </a:p>
          <a:p>
            <a:pPr>
              <a:defRPr sz="1200"/>
            </a:pPr>
            <a:r>
              <a:t>Integrations &amp; security: SSO, Slack, HRIS, encryption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486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Recognition — Feature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Create &amp; launch: templates, categories, approval settings</a:t>
            </a:r>
          </a:p>
          <a:p>
            <a:pPr>
              <a:defRPr sz="1200"/>
            </a:pPr>
            <a:r>
              <a:t>Channels: web UI, Slack, email notifications</a:t>
            </a:r>
          </a:p>
          <a:p>
            <a:pPr>
              <a:defRPr sz="1200"/>
            </a:pPr>
            <a:r>
              <a:t>Governance: budget caps, approval routing, audit logs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486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Rewards — Feature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Catalogs: digital &amp; physical rewards, points model</a:t>
            </a:r>
          </a:p>
          <a:p>
            <a:pPr>
              <a:defRPr sz="1200"/>
            </a:pPr>
            <a:r>
              <a:t>Redemption: seamless user experience, automated fulfillment hooks</a:t>
            </a:r>
          </a:p>
          <a:p>
            <a:pPr>
              <a:defRPr sz="1200"/>
            </a:pPr>
            <a:r>
              <a:t>Finance: exportable payout reports &amp; accounting integrations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486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Analytics — Feature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Dashboards: Aggregated MRR, growth %, active users, uptime, top tenants</a:t>
            </a:r>
          </a:p>
          <a:p>
            <a:pPr>
              <a:defRPr sz="1200"/>
            </a:pPr>
            <a:r>
              <a:t>Exploration: tenant/team/user drilldowns, cohorts, time-series</a:t>
            </a:r>
          </a:p>
          <a:p>
            <a:pPr>
              <a:defRPr sz="1200"/>
            </a:pPr>
            <a:r>
              <a:t>Actions: alerts, scheduled reports, CSV/BI exports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  <p:pic>
        <p:nvPicPr>
          <p:cNvPr id="5" name="Picture 4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486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Workflow — Day-to-Day (Recognition)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Manager or peer submits recognition</a:t>
            </a:r>
          </a:p>
          <a:p>
            <a:pPr>
              <a:defRPr sz="1200"/>
            </a:pPr>
            <a:r>
              <a:t>Optional approval triggers</a:t>
            </a:r>
          </a:p>
          <a:p>
            <a:pPr>
              <a:defRPr sz="1200"/>
            </a:pPr>
            <a:r>
              <a:t>Points assigned and available for redemption</a:t>
            </a:r>
          </a:p>
          <a:p>
            <a:pPr>
              <a:defRPr sz="1200"/>
            </a:pPr>
            <a:r>
              <a:t>User redeems; finance receives reports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Workflow — Admin (Tenant 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Create tenant, configure branding and roles</a:t>
            </a:r>
          </a:p>
          <a:p>
            <a:pPr>
              <a:defRPr sz="1200"/>
            </a:pPr>
            <a:r>
              <a:t>Connect SSO and HRIS, import users</a:t>
            </a:r>
          </a:p>
          <a:p>
            <a:pPr>
              <a:defRPr sz="1200"/>
            </a:pPr>
            <a:r>
              <a:t>Configure recognition catalog and budgets</a:t>
            </a:r>
          </a:p>
          <a:p>
            <a:pPr>
              <a:defRPr sz="1200"/>
            </a:pPr>
            <a:r>
              <a:t>Monitor adoption and adjust settings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Getting Started — Customer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First 48 hours: create tenant, invite admins, set one badge, run a pilot</a:t>
            </a:r>
          </a:p>
          <a:p>
            <a:pPr>
              <a:defRPr sz="1200"/>
            </a:pPr>
            <a:r>
              <a:t>First 2 weeks: pilot with one team, configure SSO + HRIS sync</a:t>
            </a:r>
          </a:p>
          <a:p>
            <a:pPr>
              <a:defRPr sz="1200"/>
            </a:pPr>
            <a:r>
              <a:t>Ongoing: monthly reports, champion program, campaigns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HR Admin: onboards tenants, sets policies, runs reports</a:t>
            </a:r>
          </a:p>
          <a:p>
            <a:pPr>
              <a:defRPr sz="1200"/>
            </a:pPr>
            <a:r>
              <a:t>People Manager: gives recognition, tracks team health</a:t>
            </a:r>
          </a:p>
          <a:p>
            <a:pPr>
              <a:defRPr sz="1200"/>
            </a:pPr>
            <a:r>
              <a:t>Employees: receive recognition, redeem rewards</a:t>
            </a:r>
          </a:p>
          <a:p>
            <a:pPr>
              <a:defRPr sz="1200"/>
            </a:pPr>
            <a:r>
              <a:t>CTO/Platform Admin: integrations, security, uptime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Support &amp;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Onboarding: live kickoff, admin training, runbook</a:t>
            </a:r>
          </a:p>
          <a:p>
            <a:pPr>
              <a:defRPr sz="1200"/>
            </a:pPr>
            <a:r>
              <a:t>Help: in-app help, knowledge base, Slack/email support</a:t>
            </a:r>
          </a:p>
          <a:p>
            <a:pPr>
              <a:defRPr sz="1200"/>
            </a:pPr>
            <a:r>
              <a:t>Success metrics: adoption rate, recognitions/month, redemption rate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Commercial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Tiers: Pilot, Professional, Enterprise (SLA &amp; integrations)</a:t>
            </a:r>
          </a:p>
          <a:p>
            <a:pPr>
              <a:defRPr sz="1200"/>
            </a:pPr>
            <a:r>
              <a:t>Pricing model: per-tenant base + active-user bands; add-ons for custom work</a:t>
            </a:r>
          </a:p>
          <a:p>
            <a:pPr>
              <a:defRPr sz="1200"/>
            </a:pPr>
            <a:r>
              <a:t>Trial: 2-week pilot proposal with success criteria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Case Study /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Customer profile: industry &amp; size</a:t>
            </a:r>
          </a:p>
          <a:p>
            <a:pPr>
              <a:defRPr sz="1200"/>
            </a:pPr>
            <a:r>
              <a:t>Problem solved: fragmented recognition + low adoption</a:t>
            </a:r>
          </a:p>
          <a:p>
            <a:pPr>
              <a:defRPr sz="1200"/>
            </a:pPr>
            <a:r>
              <a:t>Result: measurable uplift in recognitions and engagement KPIs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Next Steps /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Request: scope a 2-week pilot with [Customer Name]</a:t>
            </a:r>
          </a:p>
          <a:p>
            <a:pPr>
              <a:defRPr sz="1200"/>
            </a:pPr>
            <a:r>
              <a:t>Deliverables: pilot plan, success criteria, kickoff date</a:t>
            </a:r>
          </a:p>
          <a:p>
            <a:pPr>
              <a:defRPr sz="1200"/>
            </a:pPr>
            <a:r>
              <a:t>Contact: [Your Name] — [Email / Phone]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Appendix / Demo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Demo focus: Dashboard (Aggregated MRR, active users), recognition flow, redemption flow</a:t>
            </a:r>
          </a:p>
          <a:p>
            <a:pPr>
              <a:defRPr sz="1200"/>
            </a:pPr>
            <a:r>
              <a:t>Data required for demo: sample tenant, sample recognitions, SSO test user</a:t>
            </a:r>
          </a:p>
          <a:p>
            <a:pPr>
              <a:defRPr sz="1200"/>
            </a:pPr>
            <a:r>
              <a:t>Speaker tips: highlight ease-of-use and measurable outcomes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280160" cy="341376"/>
          </a:xfrm>
          <a:prstGeom prst="rect">
            <a:avLst/>
          </a:prstGeom>
        </p:spPr>
      </p:pic>
      <p:pic>
        <p:nvPicPr>
          <p:cNvPr id="5" name="Picture 4" descr="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